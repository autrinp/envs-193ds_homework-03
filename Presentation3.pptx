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p:scale>
          <a:sx n="123" d="100"/>
          <a:sy n="123" d="100"/>
        </p:scale>
        <p:origin x="696"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3/10/26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3/10/26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3/10/26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3/10/26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3/10/26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3/10/26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3/10/26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3/10/26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3/10/26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3/10/26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3/10/26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3/10/26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0219D-50E5-ED84-E799-124C5D1A1C50}"/>
              </a:ext>
            </a:extLst>
          </p:cNvPr>
          <p:cNvSpPr>
            <a:spLocks noGrp="1"/>
          </p:cNvSpPr>
          <p:nvPr>
            <p:ph type="ctrTitle"/>
          </p:nvPr>
        </p:nvSpPr>
        <p:spPr/>
        <p:txBody>
          <a:bodyPr/>
          <a:lstStyle/>
          <a:p>
            <a:r>
              <a:rPr lang="en-US" dirty="0"/>
              <a:t>Personal data presentation</a:t>
            </a:r>
          </a:p>
        </p:txBody>
      </p:sp>
      <p:sp>
        <p:nvSpPr>
          <p:cNvPr id="3" name="Subtitle 2">
            <a:extLst>
              <a:ext uri="{FF2B5EF4-FFF2-40B4-BE49-F238E27FC236}">
                <a16:creationId xmlns:a16="http://schemas.microsoft.com/office/drawing/2014/main" id="{689CC354-1B58-21B7-B9DC-CEB60A074DF1}"/>
              </a:ext>
            </a:extLst>
          </p:cNvPr>
          <p:cNvSpPr>
            <a:spLocks noGrp="1"/>
          </p:cNvSpPr>
          <p:nvPr>
            <p:ph type="subTitle" idx="1"/>
          </p:nvPr>
        </p:nvSpPr>
        <p:spPr/>
        <p:txBody>
          <a:bodyPr/>
          <a:lstStyle/>
          <a:p>
            <a:r>
              <a:rPr lang="en-US" dirty="0"/>
              <a:t>Autrin Peralta</a:t>
            </a:r>
          </a:p>
        </p:txBody>
      </p:sp>
    </p:spTree>
    <p:extLst>
      <p:ext uri="{BB962C8B-B14F-4D97-AF65-F5344CB8AC3E}">
        <p14:creationId xmlns:p14="http://schemas.microsoft.com/office/powerpoint/2010/main" val="2380463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D9EAC-936E-382A-8C85-88D134A416D3}"/>
              </a:ext>
            </a:extLst>
          </p:cNvPr>
          <p:cNvSpPr>
            <a:spLocks noGrp="1"/>
          </p:cNvSpPr>
          <p:nvPr>
            <p:ph type="title"/>
          </p:nvPr>
        </p:nvSpPr>
        <p:spPr/>
        <p:txBody>
          <a:bodyPr/>
          <a:lstStyle/>
          <a:p>
            <a:r>
              <a:rPr lang="en-US" dirty="0"/>
              <a:t>Questions and Variables</a:t>
            </a:r>
          </a:p>
        </p:txBody>
      </p:sp>
      <p:sp>
        <p:nvSpPr>
          <p:cNvPr id="3" name="Content Placeholder 2">
            <a:extLst>
              <a:ext uri="{FF2B5EF4-FFF2-40B4-BE49-F238E27FC236}">
                <a16:creationId xmlns:a16="http://schemas.microsoft.com/office/drawing/2014/main" id="{8348CF58-DBB2-48BD-383A-31F2E276F229}"/>
              </a:ext>
            </a:extLst>
          </p:cNvPr>
          <p:cNvSpPr>
            <a:spLocks noGrp="1"/>
          </p:cNvSpPr>
          <p:nvPr>
            <p:ph idx="1"/>
          </p:nvPr>
        </p:nvSpPr>
        <p:spPr/>
        <p:txBody>
          <a:bodyPr/>
          <a:lstStyle/>
          <a:p>
            <a:pPr marL="342900" indent="-342900">
              <a:buFont typeface="+mj-lt"/>
              <a:buAutoNum type="arabicPeriod"/>
            </a:pPr>
            <a:r>
              <a:rPr lang="en-US" dirty="0"/>
              <a:t>Does wearing flip flops effect my time to walk to class?</a:t>
            </a:r>
          </a:p>
          <a:p>
            <a:pPr marL="571500" lvl="1" indent="-342900">
              <a:buFont typeface="+mj-lt"/>
              <a:buAutoNum type="arabicPeriod"/>
            </a:pPr>
            <a:r>
              <a:rPr lang="en-US" b="1" dirty="0"/>
              <a:t>Response variable: </a:t>
            </a:r>
            <a:r>
              <a:rPr lang="en-US" dirty="0"/>
              <a:t>time to bike to class</a:t>
            </a:r>
          </a:p>
          <a:p>
            <a:pPr marL="571500" lvl="1" indent="-342900">
              <a:buFont typeface="+mj-lt"/>
              <a:buAutoNum type="arabicPeriod"/>
            </a:pPr>
            <a:r>
              <a:rPr lang="en-US" b="1" dirty="0"/>
              <a:t>Predictor variable: </a:t>
            </a:r>
            <a:r>
              <a:rPr lang="en-US" dirty="0"/>
              <a:t>wearing flip flops vs shoes</a:t>
            </a:r>
          </a:p>
          <a:p>
            <a:pPr marL="342900" indent="-342900">
              <a:buFont typeface="+mj-lt"/>
              <a:buAutoNum type="arabicPeriod"/>
            </a:pPr>
            <a:r>
              <a:rPr lang="en-US" dirty="0"/>
              <a:t>Does jumping in the ocean affect how many hours of sleep I get?</a:t>
            </a:r>
          </a:p>
          <a:p>
            <a:pPr marL="571500" lvl="1" indent="-342900">
              <a:buFont typeface="+mj-lt"/>
              <a:buAutoNum type="arabicPeriod"/>
            </a:pPr>
            <a:r>
              <a:rPr lang="en-US" b="1" dirty="0"/>
              <a:t>Response variable</a:t>
            </a:r>
            <a:r>
              <a:rPr lang="en-US" dirty="0"/>
              <a:t>: How many hours of sleep I get</a:t>
            </a:r>
          </a:p>
          <a:p>
            <a:pPr marL="571500" lvl="1" indent="-342900">
              <a:buFont typeface="+mj-lt"/>
              <a:buAutoNum type="arabicPeriod"/>
            </a:pPr>
            <a:r>
              <a:rPr lang="en-US" b="1" dirty="0"/>
              <a:t>Predictor variable</a:t>
            </a:r>
            <a:r>
              <a:rPr lang="en-US" dirty="0"/>
              <a:t>: Jumping in the ocean vs not</a:t>
            </a:r>
          </a:p>
        </p:txBody>
      </p:sp>
    </p:spTree>
    <p:extLst>
      <p:ext uri="{BB962C8B-B14F-4D97-AF65-F5344CB8AC3E}">
        <p14:creationId xmlns:p14="http://schemas.microsoft.com/office/powerpoint/2010/main" val="1680570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A77B7-8752-09D4-4EE2-054FF679A5F9}"/>
              </a:ext>
            </a:extLst>
          </p:cNvPr>
          <p:cNvSpPr>
            <a:spLocks noGrp="1"/>
          </p:cNvSpPr>
          <p:nvPr>
            <p:ph type="title"/>
          </p:nvPr>
        </p:nvSpPr>
        <p:spPr/>
        <p:txBody>
          <a:bodyPr/>
          <a:lstStyle/>
          <a:p>
            <a:r>
              <a:rPr lang="en-US" dirty="0"/>
              <a:t>Alternate variables</a:t>
            </a:r>
          </a:p>
        </p:txBody>
      </p:sp>
      <p:sp>
        <p:nvSpPr>
          <p:cNvPr id="3" name="Content Placeholder 2">
            <a:extLst>
              <a:ext uri="{FF2B5EF4-FFF2-40B4-BE49-F238E27FC236}">
                <a16:creationId xmlns:a16="http://schemas.microsoft.com/office/drawing/2014/main" id="{117E9B7B-BF35-E06C-75F0-0B3AA3408752}"/>
              </a:ext>
            </a:extLst>
          </p:cNvPr>
          <p:cNvSpPr>
            <a:spLocks noGrp="1"/>
          </p:cNvSpPr>
          <p:nvPr>
            <p:ph idx="1"/>
          </p:nvPr>
        </p:nvSpPr>
        <p:spPr>
          <a:xfrm>
            <a:off x="1391164" y="2182130"/>
            <a:ext cx="4371683" cy="3101983"/>
          </a:xfrm>
        </p:spPr>
        <p:txBody>
          <a:bodyPr>
            <a:noAutofit/>
          </a:bodyPr>
          <a:lstStyle/>
          <a:p>
            <a:r>
              <a:rPr lang="en-US" sz="1100" dirty="0"/>
              <a:t>Flip Flop question</a:t>
            </a:r>
          </a:p>
          <a:p>
            <a:pPr lvl="1"/>
            <a:r>
              <a:rPr lang="en-US" sz="1100" dirty="0"/>
              <a:t>leave time(</a:t>
            </a:r>
            <a:r>
              <a:rPr lang="en-US" sz="1100" dirty="0" err="1"/>
              <a:t>hh:mm</a:t>
            </a:r>
            <a:r>
              <a:rPr lang="en-US" sz="1100" dirty="0"/>
              <a:t>) – continuous</a:t>
            </a:r>
          </a:p>
          <a:p>
            <a:pPr lvl="2"/>
            <a:r>
              <a:rPr lang="en-US" sz="1100" dirty="0"/>
              <a:t>Need to know to measure time it took to bike to class</a:t>
            </a:r>
          </a:p>
          <a:p>
            <a:pPr lvl="1"/>
            <a:r>
              <a:rPr lang="en-US" sz="1100" dirty="0"/>
              <a:t>arrival time(</a:t>
            </a:r>
            <a:r>
              <a:rPr lang="en-US" sz="1100" dirty="0" err="1"/>
              <a:t>hh:mm</a:t>
            </a:r>
            <a:r>
              <a:rPr lang="en-US" sz="1100" dirty="0"/>
              <a:t>) –continuous</a:t>
            </a:r>
          </a:p>
          <a:p>
            <a:pPr lvl="2"/>
            <a:r>
              <a:rPr lang="en-US" sz="1100" dirty="0"/>
              <a:t>Same need to know for biking time</a:t>
            </a:r>
          </a:p>
          <a:p>
            <a:pPr lvl="1"/>
            <a:r>
              <a:rPr lang="en-US" sz="1100" dirty="0"/>
              <a:t> Temperature(degrees F) – continuous</a:t>
            </a:r>
          </a:p>
          <a:p>
            <a:pPr lvl="2"/>
            <a:r>
              <a:rPr lang="en-US" sz="1100" dirty="0"/>
              <a:t>Could possibly affect biking time based on temps</a:t>
            </a:r>
          </a:p>
          <a:p>
            <a:pPr lvl="1"/>
            <a:r>
              <a:rPr lang="en-US" sz="1100" dirty="0"/>
              <a:t>distance to walk(miles) – continuous</a:t>
            </a:r>
          </a:p>
          <a:p>
            <a:pPr lvl="2"/>
            <a:r>
              <a:rPr lang="en-US" sz="1100" dirty="0"/>
              <a:t>Distance could affect biking time obviously</a:t>
            </a:r>
          </a:p>
          <a:p>
            <a:pPr lvl="1"/>
            <a:r>
              <a:rPr lang="en-US" sz="1100" dirty="0"/>
              <a:t>eating before leave(yes/no) - binary categorical</a:t>
            </a:r>
          </a:p>
          <a:p>
            <a:pPr lvl="2"/>
            <a:r>
              <a:rPr lang="en-US" sz="1100" dirty="0"/>
              <a:t>Maybe eating before leaving gives me energy or makes me lethargic</a:t>
            </a:r>
          </a:p>
          <a:p>
            <a:pPr lvl="1"/>
            <a:r>
              <a:rPr lang="en-US" sz="1100" dirty="0"/>
              <a:t>backpack weight(</a:t>
            </a:r>
            <a:r>
              <a:rPr lang="en-US" sz="1100" dirty="0" err="1"/>
              <a:t>lbs</a:t>
            </a:r>
            <a:r>
              <a:rPr lang="en-US" sz="1100" dirty="0"/>
              <a:t>) – continuous</a:t>
            </a:r>
          </a:p>
          <a:p>
            <a:pPr lvl="2"/>
            <a:r>
              <a:rPr lang="en-US" sz="1100" dirty="0"/>
              <a:t>If I'm weighed down, it could affect my biking time</a:t>
            </a:r>
          </a:p>
        </p:txBody>
      </p:sp>
      <p:sp>
        <p:nvSpPr>
          <p:cNvPr id="4" name="TextBox 3">
            <a:extLst>
              <a:ext uri="{FF2B5EF4-FFF2-40B4-BE49-F238E27FC236}">
                <a16:creationId xmlns:a16="http://schemas.microsoft.com/office/drawing/2014/main" id="{BD1A31C0-7CE8-89EF-70C9-C6BCCDAB9646}"/>
              </a:ext>
            </a:extLst>
          </p:cNvPr>
          <p:cNvSpPr txBox="1"/>
          <p:nvPr/>
        </p:nvSpPr>
        <p:spPr>
          <a:xfrm>
            <a:off x="5762847" y="2584882"/>
            <a:ext cx="3749749" cy="2292935"/>
          </a:xfrm>
          <a:prstGeom prst="rect">
            <a:avLst/>
          </a:prstGeom>
          <a:noFill/>
        </p:spPr>
        <p:txBody>
          <a:bodyPr wrap="square" rtlCol="0">
            <a:spAutoFit/>
          </a:bodyPr>
          <a:lstStyle/>
          <a:p>
            <a:pPr marL="285750" indent="-285750">
              <a:buFont typeface="Arial" panose="020B0604020202020204" pitchFamily="34" charset="0"/>
              <a:buChar char="•"/>
            </a:pPr>
            <a:r>
              <a:rPr lang="en-US" sz="1100" dirty="0">
                <a:solidFill>
                  <a:schemeClr val="tx1">
                    <a:lumMod val="75000"/>
                    <a:lumOff val="25000"/>
                  </a:schemeClr>
                </a:solidFill>
              </a:rPr>
              <a:t>Sleeping question</a:t>
            </a:r>
          </a:p>
          <a:p>
            <a:pPr marL="742950" lvl="1" indent="-285750">
              <a:buFont typeface="Arial" panose="020B0604020202020204" pitchFamily="34" charset="0"/>
              <a:buChar char="•"/>
            </a:pPr>
            <a:r>
              <a:rPr lang="en-US" sz="1100" dirty="0">
                <a:solidFill>
                  <a:schemeClr val="tx1">
                    <a:lumMod val="75000"/>
                    <a:lumOff val="25000"/>
                  </a:schemeClr>
                </a:solidFill>
              </a:rPr>
              <a:t>Workout(yes/no) - binary categorical</a:t>
            </a:r>
          </a:p>
          <a:p>
            <a:pPr marL="1200150" lvl="2" indent="-285750">
              <a:buFont typeface="Arial" panose="020B0604020202020204" pitchFamily="34" charset="0"/>
              <a:buChar char="•"/>
            </a:pPr>
            <a:r>
              <a:rPr lang="en-US" sz="1100" dirty="0">
                <a:solidFill>
                  <a:schemeClr val="tx1">
                    <a:lumMod val="75000"/>
                    <a:lumOff val="25000"/>
                  </a:schemeClr>
                </a:solidFill>
              </a:rPr>
              <a:t>If I worked out maybe I'd sleep more anyway</a:t>
            </a:r>
          </a:p>
          <a:p>
            <a:pPr marL="742950" lvl="1" indent="-285750">
              <a:buFont typeface="Arial" panose="020B0604020202020204" pitchFamily="34" charset="0"/>
              <a:buChar char="•"/>
            </a:pPr>
            <a:r>
              <a:rPr lang="en-US" sz="1100" dirty="0">
                <a:solidFill>
                  <a:schemeClr val="tx1">
                    <a:lumMod val="75000"/>
                    <a:lumOff val="25000"/>
                  </a:schemeClr>
                </a:solidFill>
              </a:rPr>
              <a:t> Bed time(</a:t>
            </a:r>
            <a:r>
              <a:rPr lang="en-US" sz="1100" dirty="0" err="1">
                <a:solidFill>
                  <a:schemeClr val="tx1">
                    <a:lumMod val="75000"/>
                    <a:lumOff val="25000"/>
                  </a:schemeClr>
                </a:solidFill>
              </a:rPr>
              <a:t>hh:mm</a:t>
            </a:r>
            <a:r>
              <a:rPr lang="en-US" sz="1100" dirty="0">
                <a:solidFill>
                  <a:schemeClr val="tx1">
                    <a:lumMod val="75000"/>
                    <a:lumOff val="25000"/>
                  </a:schemeClr>
                </a:solidFill>
              </a:rPr>
              <a:t>) – continuous</a:t>
            </a:r>
          </a:p>
          <a:p>
            <a:pPr marL="1200150" lvl="2" indent="-285750">
              <a:buFont typeface="Arial" panose="020B0604020202020204" pitchFamily="34" charset="0"/>
              <a:buChar char="•"/>
            </a:pPr>
            <a:r>
              <a:rPr lang="en-US" sz="1100" dirty="0">
                <a:solidFill>
                  <a:schemeClr val="tx1">
                    <a:lumMod val="75000"/>
                    <a:lumOff val="25000"/>
                  </a:schemeClr>
                </a:solidFill>
              </a:rPr>
              <a:t>This helps measure how many hours I slept</a:t>
            </a:r>
          </a:p>
          <a:p>
            <a:pPr marL="742950" lvl="1" indent="-285750">
              <a:buFont typeface="Arial" panose="020B0604020202020204" pitchFamily="34" charset="0"/>
              <a:buChar char="•"/>
            </a:pPr>
            <a:r>
              <a:rPr lang="en-US" sz="1100" dirty="0">
                <a:solidFill>
                  <a:schemeClr val="tx1">
                    <a:lumMod val="75000"/>
                    <a:lumOff val="25000"/>
                  </a:schemeClr>
                </a:solidFill>
              </a:rPr>
              <a:t>Wake up time(</a:t>
            </a:r>
            <a:r>
              <a:rPr lang="en-US" sz="1100" dirty="0" err="1">
                <a:solidFill>
                  <a:schemeClr val="tx1">
                    <a:lumMod val="75000"/>
                    <a:lumOff val="25000"/>
                  </a:schemeClr>
                </a:solidFill>
              </a:rPr>
              <a:t>hh:mm</a:t>
            </a:r>
            <a:r>
              <a:rPr lang="en-US" sz="1100" dirty="0">
                <a:solidFill>
                  <a:schemeClr val="tx1">
                    <a:lumMod val="75000"/>
                    <a:lumOff val="25000"/>
                  </a:schemeClr>
                </a:solidFill>
              </a:rPr>
              <a:t>) – continuous</a:t>
            </a:r>
          </a:p>
          <a:p>
            <a:pPr marL="1200150" lvl="2" indent="-285750">
              <a:buFont typeface="Arial" panose="020B0604020202020204" pitchFamily="34" charset="0"/>
              <a:buChar char="•"/>
            </a:pPr>
            <a:r>
              <a:rPr lang="en-US" sz="1100" dirty="0">
                <a:solidFill>
                  <a:schemeClr val="tx1">
                    <a:lumMod val="75000"/>
                    <a:lumOff val="25000"/>
                  </a:schemeClr>
                </a:solidFill>
              </a:rPr>
              <a:t>Same measured sleep time</a:t>
            </a:r>
          </a:p>
          <a:p>
            <a:pPr marL="742950" lvl="1" indent="-285750">
              <a:buFont typeface="Arial" panose="020B0604020202020204" pitchFamily="34" charset="0"/>
              <a:buChar char="•"/>
            </a:pPr>
            <a:r>
              <a:rPr lang="en-US" sz="1100" dirty="0">
                <a:solidFill>
                  <a:schemeClr val="tx1">
                    <a:lumMod val="75000"/>
                    <a:lumOff val="25000"/>
                  </a:schemeClr>
                </a:solidFill>
              </a:rPr>
              <a:t>eat 2 hours before bed(yes/no) – binary categorical</a:t>
            </a:r>
          </a:p>
          <a:p>
            <a:pPr marL="1200150" lvl="2" indent="-285750">
              <a:buFont typeface="Arial" panose="020B0604020202020204" pitchFamily="34" charset="0"/>
              <a:buChar char="•"/>
            </a:pPr>
            <a:r>
              <a:rPr lang="en-US" sz="1100" dirty="0">
                <a:solidFill>
                  <a:schemeClr val="tx1">
                    <a:lumMod val="75000"/>
                    <a:lumOff val="25000"/>
                  </a:schemeClr>
                </a:solidFill>
              </a:rPr>
              <a:t>Eating right before bed could possibly affect how I sleep</a:t>
            </a:r>
          </a:p>
        </p:txBody>
      </p:sp>
    </p:spTree>
    <p:extLst>
      <p:ext uri="{BB962C8B-B14F-4D97-AF65-F5344CB8AC3E}">
        <p14:creationId xmlns:p14="http://schemas.microsoft.com/office/powerpoint/2010/main" val="3012191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6594F-2C74-7C20-6104-9BA674ABC203}"/>
              </a:ext>
            </a:extLst>
          </p:cNvPr>
          <p:cNvSpPr>
            <a:spLocks noGrp="1"/>
          </p:cNvSpPr>
          <p:nvPr>
            <p:ph type="title"/>
          </p:nvPr>
        </p:nvSpPr>
        <p:spPr/>
        <p:txBody>
          <a:bodyPr/>
          <a:lstStyle/>
          <a:p>
            <a:r>
              <a:rPr lang="en-US" dirty="0"/>
              <a:t>Biking Visualization</a:t>
            </a:r>
          </a:p>
        </p:txBody>
      </p:sp>
      <p:pic>
        <p:nvPicPr>
          <p:cNvPr id="4" name="Content Placeholder 3">
            <a:extLst>
              <a:ext uri="{FF2B5EF4-FFF2-40B4-BE49-F238E27FC236}">
                <a16:creationId xmlns:a16="http://schemas.microsoft.com/office/drawing/2014/main" id="{2D810024-F96D-8F1A-C2D3-B55E1116C128}"/>
              </a:ext>
            </a:extLst>
          </p:cNvPr>
          <p:cNvPicPr>
            <a:picLocks noGrp="1" noChangeAspect="1"/>
          </p:cNvPicPr>
          <p:nvPr>
            <p:ph idx="1"/>
          </p:nvPr>
        </p:nvPicPr>
        <p:blipFill>
          <a:blip r:embed="rId2"/>
          <a:stretch>
            <a:fillRect/>
          </a:stretch>
        </p:blipFill>
        <p:spPr>
          <a:xfrm>
            <a:off x="3593029" y="2451388"/>
            <a:ext cx="5317671" cy="3101975"/>
          </a:xfrm>
          <a:prstGeom prst="rect">
            <a:avLst/>
          </a:prstGeom>
        </p:spPr>
      </p:pic>
    </p:spTree>
    <p:extLst>
      <p:ext uri="{BB962C8B-B14F-4D97-AF65-F5344CB8AC3E}">
        <p14:creationId xmlns:p14="http://schemas.microsoft.com/office/powerpoint/2010/main" val="4274633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E9535-AF84-E588-E961-2201C4FDEC01}"/>
              </a:ext>
            </a:extLst>
          </p:cNvPr>
          <p:cNvSpPr>
            <a:spLocks noGrp="1"/>
          </p:cNvSpPr>
          <p:nvPr>
            <p:ph type="title"/>
          </p:nvPr>
        </p:nvSpPr>
        <p:spPr/>
        <p:txBody>
          <a:bodyPr/>
          <a:lstStyle/>
          <a:p>
            <a:r>
              <a:rPr lang="en-US" dirty="0"/>
              <a:t>Visualization ideas</a:t>
            </a:r>
          </a:p>
        </p:txBody>
      </p:sp>
      <p:sp>
        <p:nvSpPr>
          <p:cNvPr id="3" name="Content Placeholder 2">
            <a:extLst>
              <a:ext uri="{FF2B5EF4-FFF2-40B4-BE49-F238E27FC236}">
                <a16:creationId xmlns:a16="http://schemas.microsoft.com/office/drawing/2014/main" id="{821AC940-A63F-767C-B25C-4E0607636EDA}"/>
              </a:ext>
            </a:extLst>
          </p:cNvPr>
          <p:cNvSpPr>
            <a:spLocks noGrp="1"/>
          </p:cNvSpPr>
          <p:nvPr>
            <p:ph idx="1"/>
          </p:nvPr>
        </p:nvSpPr>
        <p:spPr/>
        <p:txBody>
          <a:bodyPr/>
          <a:lstStyle/>
          <a:p>
            <a:r>
              <a:rPr lang="en-US" dirty="0"/>
              <a:t>Biking graph</a:t>
            </a:r>
          </a:p>
          <a:p>
            <a:pPr lvl="1"/>
            <a:r>
              <a:rPr lang="en-US" dirty="0"/>
              <a:t>My idea starting as connecting the points into a bike path, but it switched to changing the points into biking wheels and making each two points into a bike. I did this after seeing a cartoon graph depiction. I am thinking of making the bike wheels bigger as it goes up, indicating longer time riding.  Also, the “no” side bikes have shoes riding them and the “yes” side has flip flops riding them</a:t>
            </a:r>
          </a:p>
          <a:p>
            <a:r>
              <a:rPr lang="en-US" dirty="0"/>
              <a:t>Sleeping graph</a:t>
            </a:r>
          </a:p>
          <a:p>
            <a:pPr lvl="1"/>
            <a:r>
              <a:rPr lang="en-US" dirty="0"/>
              <a:t>My idea starting with waves for both sets of points with each point being z’s instead of fish. I changed it to putting a bed on the bottom of the graph and changing each point into z’s(indicating sleeping) and only a wave on the ”yes side</a:t>
            </a:r>
          </a:p>
        </p:txBody>
      </p:sp>
    </p:spTree>
    <p:extLst>
      <p:ext uri="{BB962C8B-B14F-4D97-AF65-F5344CB8AC3E}">
        <p14:creationId xmlns:p14="http://schemas.microsoft.com/office/powerpoint/2010/main" val="865762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AD3D-BD66-A1BD-347D-584E60E28BD0}"/>
              </a:ext>
            </a:extLst>
          </p:cNvPr>
          <p:cNvSpPr>
            <a:spLocks noGrp="1"/>
          </p:cNvSpPr>
          <p:nvPr>
            <p:ph type="title"/>
          </p:nvPr>
        </p:nvSpPr>
        <p:spPr/>
        <p:txBody>
          <a:bodyPr/>
          <a:lstStyle/>
          <a:p>
            <a:r>
              <a:rPr lang="en-US" dirty="0"/>
              <a:t>Visualization draft</a:t>
            </a:r>
          </a:p>
        </p:txBody>
      </p:sp>
      <p:pic>
        <p:nvPicPr>
          <p:cNvPr id="7" name="Content Placeholder 6" descr="A piece of paper with drawings&#10;&#10;AI-generated content may be incorrect.">
            <a:extLst>
              <a:ext uri="{FF2B5EF4-FFF2-40B4-BE49-F238E27FC236}">
                <a16:creationId xmlns:a16="http://schemas.microsoft.com/office/drawing/2014/main" id="{D039721F-49DE-A9EE-9B37-8EB36E0CA48F}"/>
              </a:ext>
            </a:extLst>
          </p:cNvPr>
          <p:cNvPicPr>
            <a:picLocks noGrp="1" noChangeAspect="1"/>
          </p:cNvPicPr>
          <p:nvPr>
            <p:ph idx="1"/>
          </p:nvPr>
        </p:nvPicPr>
        <p:blipFill>
          <a:blip r:embed="rId2"/>
          <a:stretch>
            <a:fillRect/>
          </a:stretch>
        </p:blipFill>
        <p:spPr bwMode="auto">
          <a:xfrm>
            <a:off x="5885441" y="2402718"/>
            <a:ext cx="5160096" cy="387007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455C211-6837-7B97-AE73-84CF19E66E06}"/>
              </a:ext>
            </a:extLst>
          </p:cNvPr>
          <p:cNvSpPr txBox="1"/>
          <p:nvPr/>
        </p:nvSpPr>
        <p:spPr>
          <a:xfrm>
            <a:off x="2327564" y="2691245"/>
            <a:ext cx="3470563" cy="2492990"/>
          </a:xfrm>
          <a:prstGeom prst="rect">
            <a:avLst/>
          </a:prstGeom>
          <a:noFill/>
        </p:spPr>
        <p:txBody>
          <a:bodyPr wrap="square" rtlCol="0">
            <a:spAutoFit/>
          </a:bodyPr>
          <a:lstStyle/>
          <a:p>
            <a:pPr marL="171450" indent="-171450">
              <a:buFont typeface="Arial" panose="020B0604020202020204" pitchFamily="34" charset="0"/>
              <a:buChar char="•"/>
            </a:pPr>
            <a:r>
              <a:rPr lang="en-US" sz="1200" dirty="0"/>
              <a:t>For my final ideas I changed my two graphs. For the biking one, I made each point a bike wheel and made it so the wheels got bigger the higher they went(indicating more time), I still had flip flops riding the "yes" bikes and shoes riding the "no" bikes. For the sleeping one, I put a bed under the points and made all the points into Z's, and on the yes side </a:t>
            </a:r>
            <a:r>
              <a:rPr lang="en-US" sz="1200" dirty="0" err="1"/>
              <a:t>i</a:t>
            </a:r>
            <a:r>
              <a:rPr lang="en-US" sz="1200" dirty="0"/>
              <a:t> drew the bed and z's inside a wave. This was a sketch that was sparked by my original idea. I wanted a cartoon sort of idea that involved both variables.</a:t>
            </a:r>
          </a:p>
          <a:p>
            <a:pPr marL="171450" indent="-171450">
              <a:buFont typeface="Arial" panose="020B0604020202020204" pitchFamily="34" charset="0"/>
              <a:buChar char="•"/>
            </a:pPr>
            <a:r>
              <a:rPr lang="en-US" sz="1200" dirty="0"/>
              <a:t>I'm not fully sure how to go about making this but this is what I am thinking. </a:t>
            </a:r>
          </a:p>
        </p:txBody>
      </p:sp>
    </p:spTree>
    <p:extLst>
      <p:ext uri="{BB962C8B-B14F-4D97-AF65-F5344CB8AC3E}">
        <p14:creationId xmlns:p14="http://schemas.microsoft.com/office/powerpoint/2010/main" val="2217098133"/>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37</TotalTime>
  <Words>536</Words>
  <Application>Microsoft Macintosh PowerPoint</Application>
  <PresentationFormat>Widescreen</PresentationFormat>
  <Paragraphs>41</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Gill Sans MT</vt:lpstr>
      <vt:lpstr>Parcel</vt:lpstr>
      <vt:lpstr>Personal data presentation</vt:lpstr>
      <vt:lpstr>Questions and Variables</vt:lpstr>
      <vt:lpstr>Alternate variables</vt:lpstr>
      <vt:lpstr>Biking Visualization</vt:lpstr>
      <vt:lpstr>Visualization ideas</vt:lpstr>
      <vt:lpstr>Visualization draft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Autrin Peralta</dc:creator>
  <cp:lastModifiedBy>Autrin Peralta</cp:lastModifiedBy>
  <cp:revision>1</cp:revision>
  <dcterms:created xsi:type="dcterms:W3CDTF">2026-03-10T11:17:35Z</dcterms:created>
  <dcterms:modified xsi:type="dcterms:W3CDTF">2026-03-10T11:55:10Z</dcterms:modified>
</cp:coreProperties>
</file>